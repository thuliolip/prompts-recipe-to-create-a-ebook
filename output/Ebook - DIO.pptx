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5330825" cy="7562850"/>
  <p:notesSz cx="7562850" cy="5330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22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43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5330952" cy="344728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389120"/>
            <a:ext cx="4599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RELIQUIAS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PERDIDAS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COBOL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33956" y="626364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Desvendando os segredos da linguagem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move o mundo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86868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 COBOL?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Linguagem Ancestral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508760"/>
            <a:ext cx="4599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(Common Business-Oriented Language) foi criada em 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1959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continua processando 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das transacoes financeiras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mundo. Como um artefato arqueologico que ainda funciona perfeitamente.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83464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0" y="28346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Criacao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347472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trilhoes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43200" y="34747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Transacoes/dia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11480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029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 bilhoes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743200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ativas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84632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Programa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5212080"/>
            <a:ext cx="4599432" cy="182880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" y="5303520"/>
            <a:ext cx="4325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 DIVISION.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PROGRAM-ID. HELLO-WORLD.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DIVISION.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 "Hello, World!".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 RUN.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um</a:t>
            </a: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COBOL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96012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em 4 divisoes — como as camaras de uma piramide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1463040"/>
            <a:ext cx="4599432" cy="1280160"/>
          </a:xfrm>
          <a:prstGeom prst="rect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6459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 programa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(nome, autor, data)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852928"/>
            <a:ext cx="4599432" cy="1280160"/>
          </a:xfrm>
          <a:prstGeom prst="rect">
            <a:avLst/>
          </a:prstGeom>
          <a:solidFill>
            <a:srgbClr val="7A52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02920" y="2990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3035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ambiente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(hardware, arquivos)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242816"/>
            <a:ext cx="4599432" cy="1280160"/>
          </a:xfrm>
          <a:prstGeom prst="rect">
            <a:avLst/>
          </a:prstGeom>
          <a:solidFill>
            <a:srgbClr val="6B45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02920" y="43799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02920" y="4882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0" y="442569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variaveis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estruturas de dados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5632704"/>
            <a:ext cx="4599432" cy="1280160"/>
          </a:xfrm>
          <a:prstGeom prst="rect">
            <a:avLst/>
          </a:prstGeom>
          <a:solidFill>
            <a:srgbClr val="5C3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" y="57698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02920" y="62727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0" y="5815584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 a logica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programa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86868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 &amp;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Division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 DIVISION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'carteira de identidade' do programa.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599432" cy="146304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4370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 DIVISION.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PROGRAM-ID. FOLHA-PGTO.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AUTHOR. JOAO-SILVA.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DATE-WRITTEN. 2024-01-15.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DATE-COMPILED. 2024-01-15.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DIVISION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o 'mapa do terreno' — sistemas e arquivos.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4599432" cy="146304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" y="4297680"/>
            <a:ext cx="4370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DIVISION.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INPUT-OUTPUT SECTION.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FILE-CONTROL.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ARQ-FUNC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TO "FUNC.DAT".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943600"/>
            <a:ext cx="4599432" cy="685800"/>
          </a:xfrm>
          <a:prstGeom prst="rect">
            <a:avLst/>
          </a:prstGeom>
          <a:solidFill>
            <a:srgbClr val="E7D5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807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594360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usa colunas fixas: 1-6 numeracao, coluna 7 indicadores, 8-72 codigo.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Division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82296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'deposito de artefatos' — variaveis e estruturas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128016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WORKING-STORAGE 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4599432" cy="2286000"/>
          </a:xfrm>
          <a:prstGeom prst="rect">
            <a:avLst/>
          </a:prstGeom>
          <a:solidFill>
            <a:srgbClr val="1E10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75488" y="1691640"/>
            <a:ext cx="4370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DIVISION.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WORKING-STORAGE SECTION.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WS-FUNCIONARIO.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05 WS-NOME    PIC X(30).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05 WS-SALARIO PIC 9(7)V99.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05 WS-DEPTO   PIC X(10).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WS-TOTAL      PIC 9(9)V99.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1148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Clausula PIC (Picture)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4480560"/>
            <a:ext cx="4599432" cy="4572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75488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X(30)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 30 caracteres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4992624"/>
            <a:ext cx="4599432" cy="4572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75488" y="4992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9(7)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77440" y="49926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com 7 digitos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5504688"/>
            <a:ext cx="4599432" cy="4572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75488" y="5504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9(5)V99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55046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com 2 decimais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6016752"/>
            <a:ext cx="4599432" cy="4572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5488" y="6016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A(20)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77440" y="60167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letras, 20 chars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6528816"/>
            <a:ext cx="4599432" cy="4572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75488" y="6528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S9(5)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77440" y="652881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com sinal (+/-)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7132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niveis (01, 05, 10...) definem hierarquia de dados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86868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 Division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coracao do programa — a logica e as operacoes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4599432" cy="411480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75488" y="1600200"/>
            <a:ext cx="437083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DIVISION.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 "Sistema de Folha"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PERFORM CALCULAR-SALARIO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PERFORM GERAR-RELATORIO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 RUN.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CALCULAR-SALARIO.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COMPUTE WS-LIQUIDO =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WS-SALARIO - WS-DESCONTO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WS-LIQUIDO &lt; 0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MOVE 0 TO WS-LIQUIDO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END-IF.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GERAR-RELATORIO.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 "Funcionario: 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WS-NOME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 "Liquido: 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WS-LIQUIDO.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5852160"/>
            <a:ext cx="4599432" cy="594360"/>
          </a:xfrm>
          <a:prstGeom prst="rect">
            <a:avLst/>
          </a:prstGeom>
          <a:solidFill>
            <a:srgbClr val="E7D5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893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852160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funciona como uma chamada de funcao — organiza o codigo em paragrafos reutilizaveis.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Comandos Essenciais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75488" y="105156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"JOAO" TO WS-NOME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0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 valor a variavel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1993392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75488" y="203911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"Total: " WS-TOTAL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23591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dados na tela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980944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75488" y="302666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 WS-NOME FROM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0" y="33467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entrada do usuario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3968496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5488" y="4014216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" y="4334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X = A + B * 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0" y="43342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expressoes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956048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75488" y="5001768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 CALCULO THRU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53218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paragrafo/secao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5943600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75488" y="598932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5488" y="6309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10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 "OK"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0" y="63093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decisao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7132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foi projetado para ser legivel como ingles!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86868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Utilizados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para Criacao do Conteudo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599432" cy="237744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43251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um titulo de um ebook sobre o tema de COBOL, o ebook e do nicho de programacao, o titulo deve ser epico e curto, com tematica de arqueologia. Me liste 5 variacoes de titulos.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Faca um texto para ebook, com foco em COBOL, listando os principais conceitos com exemplos em codigo. Explique de maneira simples, texto enxuto, exemplos reais, titulos sugestivos por topico.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06908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para Criacao da Imagem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4480560"/>
            <a:ext cx="4599432" cy="265176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02920" y="4572000"/>
            <a:ext cx="43251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arqueologo em um templo antigo e escuro, descobrindo uma tabua de pedra brilhante coberta com codigo COBOL no lugar de hieroglifos. O arqueologo usa chapeu de explorador e jaqueta de couro, segurando uma tocha que ilumina o artefato misterioso. Tons terrosos — terracota, areia, ambar e dourado. Iluminacao dramatica cinematografica, particulas de poeira no ar. Ilustracao digital profissional, clima aventureiro. Paredes com padroes de circuito misturados com entalhes antigos.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7562088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4599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Escavacao</a:t>
            </a:r>
            <a:endParaRPr lang="en-US" sz="3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Continua...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933956" y="402336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4050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nao e uma reliquia do passado.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alicerce sobre o qual o mundo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foi construido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 continua de pe.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7562088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156" y="21031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933956" y="283464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365760" y="301752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Reliquias Perdidas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COBOL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4233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de COBOL e uma camada de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— escrita por maos que construiram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financeiro que conhecemos hoje.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ebook e sua lanterna nessa escavacao.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33956" y="557784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576072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Programacao  |  COBOL  |  Arqueologia Digital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64008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Office PowerPoint</Application>
  <PresentationFormat>Personalizar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Thulio Phelipe Andrade de Souza</dc:creator>
  <cp:lastModifiedBy>Thulio Phelipe Andrade de Souza</cp:lastModifiedBy>
  <cp:revision>1</cp:revision>
  <dcterms:created xsi:type="dcterms:W3CDTF">2026-05-20T16:13:52Z</dcterms:created>
  <dcterms:modified xsi:type="dcterms:W3CDTF">2026-05-20T16:26:19Z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33b259-87ee-4762-9a8c-7b0d155dd87f_Enabled">
    <vt:lpwstr>true</vt:lpwstr>
  </property>
  <property fmtid="{D5CDD505-2E9C-101B-9397-08002B2CF9AE}" pid="3" name="MSIP_Label_9333b259-87ee-4762-9a8c-7b0d155dd87f_SetDate">
    <vt:lpwstr>2026-05-20T16:26:00Z</vt:lpwstr>
  </property>
  <property fmtid="{D5CDD505-2E9C-101B-9397-08002B2CF9AE}" pid="4" name="MSIP_Label_9333b259-87ee-4762-9a8c-7b0d155dd87f_Method">
    <vt:lpwstr>Privileged</vt:lpwstr>
  </property>
  <property fmtid="{D5CDD505-2E9C-101B-9397-08002B2CF9AE}" pid="5" name="MSIP_Label_9333b259-87ee-4762-9a8c-7b0d155dd87f_Name">
    <vt:lpwstr>_PESSOAL</vt:lpwstr>
  </property>
  <property fmtid="{D5CDD505-2E9C-101B-9397-08002B2CF9AE}" pid="6" name="MSIP_Label_9333b259-87ee-4762-9a8c-7b0d155dd87f_SiteId">
    <vt:lpwstr>ab9bba98-684a-43fb-add8-9c2bebede229</vt:lpwstr>
  </property>
  <property fmtid="{D5CDD505-2E9C-101B-9397-08002B2CF9AE}" pid="7" name="MSIP_Label_9333b259-87ee-4762-9a8c-7b0d155dd87f_ActionId">
    <vt:lpwstr>4f24daa3-cd15-4fe2-a603-bc41bc8690f5</vt:lpwstr>
  </property>
  <property fmtid="{D5CDD505-2E9C-101B-9397-08002B2CF9AE}" pid="8" name="MSIP_Label_9333b259-87ee-4762-9a8c-7b0d155dd87f_ContentBits">
    <vt:lpwstr>1</vt:lpwstr>
  </property>
  <property fmtid="{D5CDD505-2E9C-101B-9397-08002B2CF9AE}" pid="9" name="MSIP_Label_9333b259-87ee-4762-9a8c-7b0d155dd87f_Tag">
    <vt:lpwstr>10, 0, 1, 1</vt:lpwstr>
  </property>
</Properties>
</file>